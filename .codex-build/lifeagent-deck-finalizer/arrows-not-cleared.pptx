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8d2cd5a8774995" /><Relationship Type="http://schemas.openxmlformats.org/officeDocument/2006/relationships/extended-properties" Target="/docProps/app.xml" Id="R8b3e99fc72e24b7b" /><Relationship Type="http://schemas.openxmlformats.org/officeDocument/2006/relationships/officeDocument" Target="/ppt/presentation.xml" Id="Rd176364546654c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37c93c2fae431d"/>
  </p:sldMasterIdLst>
  <p:notesMasterIdLst>
    <p:notesMasterId xmlns:r="http://schemas.openxmlformats.org/officeDocument/2006/relationships" r:id="R96650e838b9a41a3"/>
  </p:notesMasterIdLst>
  <p:sldIdLst>
    <p:sldId xmlns:r="http://schemas.openxmlformats.org/officeDocument/2006/relationships" id="256" r:id="R4f8625ed306c4e77"/>
    <p:sldId xmlns:r="http://schemas.openxmlformats.org/officeDocument/2006/relationships" id="257" r:id="Rf03ea65c088143f9"/>
    <p:sldId xmlns:r="http://schemas.openxmlformats.org/officeDocument/2006/relationships" id="258" r:id="R41b0d4ad731d4dcf"/>
    <p:sldId xmlns:r="http://schemas.openxmlformats.org/officeDocument/2006/relationships" id="259" r:id="R28997c89fa074fc3"/>
    <p:sldId xmlns:r="http://schemas.openxmlformats.org/officeDocument/2006/relationships" id="260" r:id="Rf1d22eeeeb6346de"/>
    <p:sldId xmlns:r="http://schemas.openxmlformats.org/officeDocument/2006/relationships" id="261" r:id="R066fa61ce0f54406"/>
    <p:sldId xmlns:r="http://schemas.openxmlformats.org/officeDocument/2006/relationships" id="262" r:id="Rb8118462f2da4de3"/>
    <p:sldId xmlns:r="http://schemas.openxmlformats.org/officeDocument/2006/relationships" id="263" r:id="R677bac7cf34c4801"/>
    <p:sldId xmlns:r="http://schemas.openxmlformats.org/officeDocument/2006/relationships" id="264" r:id="R07f64aa971e14fe9"/>
    <p:sldId xmlns:r="http://schemas.openxmlformats.org/officeDocument/2006/relationships" id="265" r:id="R72418d094dc34b8f"/>
    <p:sldId xmlns:r="http://schemas.openxmlformats.org/officeDocument/2006/relationships" id="266" r:id="R4883209cbded479a"/>
    <p:sldId xmlns:r="http://schemas.openxmlformats.org/officeDocument/2006/relationships" id="267" r:id="Ra52ca45aa09e4c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e8dd5b2ed34639" /><Relationship Type="http://schemas.openxmlformats.org/officeDocument/2006/relationships/slideMaster" Target="/ppt/slideMasters/slideMaster1.xml" Id="Ra037c93c2fae431d" /><Relationship Type="http://schemas.openxmlformats.org/officeDocument/2006/relationships/notesMaster" Target="/ppt/notesMasters/notesMaster1.xml" Id="R96650e838b9a41a3" /><Relationship Type="http://schemas.openxmlformats.org/officeDocument/2006/relationships/presProps" Target="/ppt/presProps.xml" Id="R2faabcd420944be0" /><Relationship Type="http://schemas.openxmlformats.org/officeDocument/2006/relationships/tableStyles" Target="/ppt/tableStyles.xml" Id="R1392c9be05214220" /><Relationship Type="http://schemas.openxmlformats.org/officeDocument/2006/relationships/slide" Target="/ppt/slides/slide1.xml" Id="R4f8625ed306c4e77" /><Relationship Type="http://schemas.openxmlformats.org/officeDocument/2006/relationships/slide" Target="/ppt/slides/slide2.xml" Id="Rf03ea65c088143f9" /><Relationship Type="http://schemas.openxmlformats.org/officeDocument/2006/relationships/slide" Target="/ppt/slides/slide3.xml" Id="R41b0d4ad731d4dcf" /><Relationship Type="http://schemas.openxmlformats.org/officeDocument/2006/relationships/slide" Target="/ppt/slides/slide4.xml" Id="R28997c89fa074fc3" /><Relationship Type="http://schemas.openxmlformats.org/officeDocument/2006/relationships/slide" Target="/ppt/slides/slide5.xml" Id="Rf1d22eeeeb6346de" /><Relationship Type="http://schemas.openxmlformats.org/officeDocument/2006/relationships/slide" Target="/ppt/slides/slide6.xml" Id="R066fa61ce0f54406" /><Relationship Type="http://schemas.openxmlformats.org/officeDocument/2006/relationships/slide" Target="/ppt/slides/slide7.xml" Id="Rb8118462f2da4de3" /><Relationship Type="http://schemas.openxmlformats.org/officeDocument/2006/relationships/slide" Target="/ppt/slides/slide8.xml" Id="R677bac7cf34c4801" /><Relationship Type="http://schemas.openxmlformats.org/officeDocument/2006/relationships/slide" Target="/ppt/slides/slide9.xml" Id="R07f64aa971e14fe9" /><Relationship Type="http://schemas.openxmlformats.org/officeDocument/2006/relationships/slide" Target="/ppt/slides/slide10.xml" Id="R72418d094dc34b8f" /><Relationship Type="http://schemas.openxmlformats.org/officeDocument/2006/relationships/slide" Target="/ppt/slides/slide11.xml" Id="R4883209cbded479a" /><Relationship Type="http://schemas.openxmlformats.org/officeDocument/2006/relationships/slide" Target="/ppt/slides/slide12.xml" Id="Ra52ca45aa09e4c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9a099bf37d41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8b3d0b545e428c" /><Relationship Type="http://schemas.openxmlformats.org/officeDocument/2006/relationships/notesMaster" Target="/ppt/notesMasters/notesMaster1.xml" Id="R1324dceee09f45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8255017b184967" /><Relationship Type="http://schemas.openxmlformats.org/officeDocument/2006/relationships/notesMaster" Target="/ppt/notesMasters/notesMaster1.xml" Id="R7b49eb99e90341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22c8d5a0d945c8" /><Relationship Type="http://schemas.openxmlformats.org/officeDocument/2006/relationships/notesMaster" Target="/ppt/notesMasters/notesMaster1.xml" Id="Rf258a7f3401e43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6b591f30694dbb" /><Relationship Type="http://schemas.openxmlformats.org/officeDocument/2006/relationships/notesMaster" Target="/ppt/notesMasters/notesMaster1.xml" Id="R8f56edf1c3a743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0ead81e0ca4201" /><Relationship Type="http://schemas.openxmlformats.org/officeDocument/2006/relationships/notesMaster" Target="/ppt/notesMasters/notesMaster1.xml" Id="Rb9330877a4ff4e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89929ec80e4369" /><Relationship Type="http://schemas.openxmlformats.org/officeDocument/2006/relationships/notesMaster" Target="/ppt/notesMasters/notesMaster1.xml" Id="R1a7b481fddcd46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43d1c83c5c4022" /><Relationship Type="http://schemas.openxmlformats.org/officeDocument/2006/relationships/notesMaster" Target="/ppt/notesMasters/notesMaster1.xml" Id="Rae74f53f562e45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cca5be069644b0" /><Relationship Type="http://schemas.openxmlformats.org/officeDocument/2006/relationships/notesMaster" Target="/ppt/notesMasters/notesMaster1.xml" Id="R51878568ddc84f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e992f729844859" /><Relationship Type="http://schemas.openxmlformats.org/officeDocument/2006/relationships/notesMaster" Target="/ppt/notesMasters/notesMaster1.xml" Id="R3efe4334d8d542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5e29eb520a4fb8" /><Relationship Type="http://schemas.openxmlformats.org/officeDocument/2006/relationships/notesMaster" Target="/ppt/notesMasters/notesMaster1.xml" Id="Ree769c9ae5e143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c54e8b60554e34" /><Relationship Type="http://schemas.openxmlformats.org/officeDocument/2006/relationships/notesMaster" Target="/ppt/notesMasters/notesMaster1.xml" Id="R22446b41f1a44b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d1fa88bb3543d0" /><Relationship Type="http://schemas.openxmlformats.org/officeDocument/2006/relationships/notesMaster" Target="/ppt/notesMasters/notesMaster1.xml" Id="R5e5d56cb86d644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cover image used as an abstract visual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compose.yaml; infra/Dockerfile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scope and shared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docs/implementation/phase-2.md; docs/implementation/phase-3.md; docs/implementation/phase-5.md; docs/implementation/phase-6.md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Topology mirrors Compose and Dockerfile.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compose.yaml; infra/Dockerfile; app/main.py; IMPLEMENTATION_PLAN.md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Shared schema and artifact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app/db/models.py; app/artifacts/store.py; app/queue/tasks.py; docs/implementation/phase-2.md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Code-review workflow and GitHub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app/api/github.py; app/agents/code_review/workflow.py; app/connectors/discord.py; docs/implementation/phase-3.md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planner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app/agents/academic_planner/workflow.py; app/api/academic.py; app/connectors/notion.py; docs/implementation/phase-5.md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Finance workflow and approved source registry.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app/agents/finance/workflow.py; app/connectors/finance_sources/adapters.py and app/agents/finance/sources.py; app/api/finance.py; docs/implementation/phase-6.md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Usage surfaces and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app/main.py; app/api/operations.py and app/api/pages.py; app/api/academic.py; app/api/github.py; app/connectors/discord.py; docs/implementation/phase-7.md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Reliability and CI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docs/implementation/phase-8.md; docs/operations/backup-restore.md and scripts/backup_database.sh; .github/workflows/ci.yml; compose.yaml; app/queue/tasks.py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Stack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pyproject.toml; compose.yaml; infra/Dockerfile; docs/implementation/phase-0.md; docs/implementation/phase-2.md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and security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app/llm/gateway.py; app/core/config.py; app/main.py; app/api/github.py; app/connectors/notion.py; app/connectors/discord.py; app/connectors/finance_sources/adapters.py and app/agents/finance/sources.py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interview phrasing and deferred enhancement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docs/implementation/phase-1.md; docs/implementation/phase-2.md; docs/implementation/phase-8.md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d3ed18be54c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efe481e1fa4fc3" /><Relationship Type="http://schemas.openxmlformats.org/officeDocument/2006/relationships/slideLayout" Target="/ppt/slideLayouts/slideLayout1.xml" Id="R86b4896fd9f24d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b4896fd9f24d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eab7fb08f427d" /><Relationship Type="http://schemas.openxmlformats.org/officeDocument/2006/relationships/image" Target="/ppt/media/image.png" Id="R2d224067491e45b5" /><Relationship Type="http://schemas.openxmlformats.org/officeDocument/2006/relationships/notesSlide" Target="/ppt/notesSlides/notesSlide1.xml" Id="R21efb3cc6e5c4e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014072ef7407a" /><Relationship Type="http://schemas.openxmlformats.org/officeDocument/2006/relationships/notesSlide" Target="/ppt/notesSlides/notesSlide2.xml" Id="R0bd6b5dff21444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b47ae13934395" /><Relationship Type="http://schemas.openxmlformats.org/officeDocument/2006/relationships/notesSlide" Target="/ppt/notesSlides/notesSlide3.xml" Id="R961b07f25c6b45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4b9e2a2d94df1" /><Relationship Type="http://schemas.openxmlformats.org/officeDocument/2006/relationships/notesSlide" Target="/ppt/notesSlides/notesSlide4.xml" Id="Raaaf742a666842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b1c5db32a4232" /><Relationship Type="http://schemas.openxmlformats.org/officeDocument/2006/relationships/notesSlide" Target="/ppt/notesSlides/notesSlide5.xml" Id="R662a5d522c9d4a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d2d2c975b4d30" /><Relationship Type="http://schemas.openxmlformats.org/officeDocument/2006/relationships/notesSlide" Target="/ppt/notesSlides/notesSlide6.xml" Id="R14da7220347a4f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817f208cd482d" /><Relationship Type="http://schemas.openxmlformats.org/officeDocument/2006/relationships/notesSlide" Target="/ppt/notesSlides/notesSlide7.xml" Id="Rf0edbb9b0f0a48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845cc6d394b87" /><Relationship Type="http://schemas.openxmlformats.org/officeDocument/2006/relationships/notesSlide" Target="/ppt/notesSlides/notesSlide8.xml" Id="Rd834d6681f9143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e469cafd94518" /><Relationship Type="http://schemas.openxmlformats.org/officeDocument/2006/relationships/notesSlide" Target="/ppt/notesSlides/notesSlide9.xml" Id="R36c33710e9034a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9b8bb0eb743e7" /><Relationship Type="http://schemas.openxmlformats.org/officeDocument/2006/relationships/notesSlide" Target="/ppt/notesSlides/notesSlide10.xml" Id="Rdab451194b1b44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77574ed8f4c57" /><Relationship Type="http://schemas.openxmlformats.org/officeDocument/2006/relationships/notesSlide" Target="/ppt/notesSlides/notesSlide11.xml" Id="R5564ab9fa91f43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6f172665c4bc8" /><Relationship Type="http://schemas.openxmlformats.org/officeDocument/2006/relationships/notesSlide" Target="/ppt/notesSlides/notesSlide12.xml" Id="Re8c0b3230e3a40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24067491e45b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FDBD1-DB74-44C2-ACA6-09E2A55D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A44FB-B672-46FE-8109-CF0DC654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3857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LifeAgent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74F01-F0B7-4803-8DF4-9171B407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6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6F0"/>
                </a:solidFill>
                <a:latin typeface="Aptos"/>
                <a:ea typeface="Aptos"/>
                <a:cs typeface="Aptos"/>
              </a:rPr>
              <a:t>Local-first agent workflows for code review, academic planning, and finance monitoring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7687E-50AE-438F-BA6D-A9A78F5F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8EA4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8EA4B8"/>
                </a:solidFill>
                <a:latin typeface="Aptos"/>
                <a:ea typeface="Aptos"/>
                <a:cs typeface="Aptos"/>
              </a:rPr>
              <a:t>Intern technical interview version</a:t>
            </a:r>
          </a:p>
        </p:txBody>
      </p:sp>
    </p:spTree>
    <p:extLst>
      <p:ext uri="{BB962C8B-B14F-4D97-AF65-F5344CB8AC3E}">
        <p14:creationId xmlns:p14="http://schemas.microsoft.com/office/powerpoint/2010/main" val="181859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4FA36-9943-478E-834B-34531F1D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LifeAgent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7B279-A490-42F1-B689-3ED02B5B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One local system coordinates three personal automation workflows with shared reliability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AC80F-203C-45D2-86AF-955B289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809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E8F4F5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276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7680"/>
                </a:solidFill>
                <a:latin typeface="Aptos"/>
                <a:ea typeface="Aptos"/>
                <a:cs typeface="Aptos"/>
              </a:rPr>
              <a:t>Code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B3B1F-99B3-4EDD-8319-00BFB663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333500"/>
            <a:ext cx="20955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8CF"/>
          </a:solidFill>
          <a:ln xmlns:a="http://schemas.openxmlformats.org/drawingml/2006/main" w="9525">
            <a:solidFill>
              <a:srgbClr val="F7E8C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860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8600F"/>
                </a:solidFill>
                <a:latin typeface="Aptos"/>
                <a:ea typeface="Aptos"/>
                <a:cs typeface="Aptos"/>
              </a:rPr>
              <a:t>Academic planner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F4DB8-62C4-4DDD-AC7A-B076865E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33500"/>
            <a:ext cx="20955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E7EEF6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5B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5B7D"/>
                </a:solidFill>
                <a:latin typeface="Aptos"/>
                <a:ea typeface="Aptos"/>
                <a:cs typeface="Aptos"/>
              </a:rPr>
              <a:t>Finance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FE7E5-DCA2-41D1-BC45-AC07DF71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3E1C9-7255-4982-8227-825808A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Evidence-based 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474B7-F5E0-4EED-B951-0F76FBE8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400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 push events trigger exact-SHA checkout, scanner runs, Qwen review, finding validation, and Discord summaries.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4FE41-02E0-4EA8-A005-D5F7DCCD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8D0F2-E396-4DBA-8931-A8D879E7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299EC-C7C0-4DB5-885D-08116724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574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Study planning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E7147-B9C7-4C1E-BC46-BB5A956C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030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Notion data and PDFs become typed assessments. Python allocates study blocks and Qwen critiques the plan.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A34A3-6D2A-4D39-A309-AA1B7845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3DBFA-B943-4031-A9B3-7B47212D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1EE73-2239-46B3-A8AC-46DAD137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57400"/>
            <a:ext cx="2733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Source-gated briefings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4440D-728E-44FF-B91A-20BEEB97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00300"/>
            <a:ext cx="27336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Exactly eight approved finance sources feed normalized event cards, exposure mapping, and thesis journal updates.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DDE4F-C709-4EEB-A155-A9CF2C93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B6597-7524-40F3-8CE5-FBE518C5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191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2F68F-C7A3-47FA-AAFC-810FF9C1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24425"/>
            <a:ext cx="792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Shared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9B726-798D-4611-98F8-60F90444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67325"/>
            <a:ext cx="7924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FastAPI, PostgreSQL, Procrastinate, the artifact store, audit tables, health checks, and Discord delivery are reused by every agent.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D7702-3739-4EC4-A855-3E2C7C3B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A861D-782C-4A5B-B0C2-35D8935A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6323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680569-AE8C-41C8-8913-B09E8B06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Runtime topology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A3A50-20D1-4FB2-87D7-BCBBF8A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One image runs the API or one of three queue-specific workers.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EEB63-C2CC-49B1-9149-26AD594A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E0E60-3233-4493-849B-90A1C7B4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macOS host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12BB5-1583-4473-916D-B6AEA4C0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74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Native Ollama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qwen3-32gb:latest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Apple Metal stays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18131-1DC0-469B-879C-5D694D18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1444C-EDE9-410E-A427-14B8EED7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876300"/>
            <a:ext cx="2190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7680C-7E1C-4ADC-9AAE-6E1262BA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9906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FastAPI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43956-3946-48ED-9613-00AA34D9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333500"/>
            <a:ext cx="1924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462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API, webhooks, console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Jinja pages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static 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A1FE5-DE59-4039-B7CB-1815BA1D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87630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4963A-69F0-447D-BBA8-A61E67FB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2368A-2720-4429-9B1B-1C1015E6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146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F2275-1D1D-4D8D-8562-33C63000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8575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312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application data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 tables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LangGraph checkpoints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CD7A3-63B0-4696-9D88-7E803080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6E941-8A2A-439B-B6C9-E57CB64E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2A609-D35F-4ED1-B170-64A48D1C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114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Artifact volume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C0507-AAF2-48C4-877A-C549CB56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4577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951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reports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PDF extracts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tool 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C92C9-1C77-46AB-847E-542E951F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10FA2-94E0-4FD1-9633-97203510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810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D4BEF-2DC9-4A9C-B7B2-0C0F0CF0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8953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worker-code-review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F812C-0765-44E4-8A83-D4223047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238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queue: code_review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380F1-176E-4BA7-BE59-78AAC90B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810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A3598-5BC3-4811-A08B-AF0B2D22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50DA1-7DB9-41BF-BF73-D4A6A45B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4317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worker-academic-planner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FAE4D-C51B-4619-B652-010B5CCD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8860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queue: academic_planner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875FB-F492-4708-81B8-2798C6D7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B631C1-B6A5-45FE-A7BE-1C745D99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7670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BD053-B55E-4349-9C75-7C91FD3C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1910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worker-finance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9B721-DCD9-4DFD-8AAC-B4FA41F0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5339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queue: finance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24E903-D41C-4C72-BE0D-1B6C968F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767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9DFC3E-E949-42BF-8054-4591628B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1571625" cy="20955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2C6151-A978-46CA-89DF-5FEE334B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638300"/>
            <a:ext cx="1304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External systems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2D2042-94CC-440D-A950-ADD7EFF4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981200"/>
            <a:ext cx="13049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 App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Notion API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Discord bot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finance APIs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199920-4D45-41CB-8906-D2653569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7FE2E9-1980-4ABB-9C62-F9803E5B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3400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276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7680"/>
                </a:solidFill>
                <a:latin typeface="Aptos"/>
                <a:ea typeface="Aptos"/>
                <a:cs typeface="Aptos"/>
              </a:rPr>
              <a:t>API and workers share PostgreSQL, the artifact volume, and host-native Ollama.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735AE4-8008-4E70-8D36-6E2A2E6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2132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6CEB8-8BB9-428B-AF33-92363FEB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Shared durable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F2EB7-476B-4A95-BCE7-C522C84C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Each workflow inherits the same idempotency, retry, audit, and artifact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9A1B9-EFBC-4F15-A32E-68BA6597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Shared object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DE425-B989-4F6C-8FC1-CB09B7E5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285875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stores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CC04C-6FA0-458B-9A6E-CFE02A2D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85875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8CA3F-CC5C-42DA-80A0-54201BCC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agent_runs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86692-D89A-4E15-BD9E-F1369F09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05000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 identity, trigger, status,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421D7-F754-474C-A561-34209839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05000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replays and UI history have one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8A1DC-BD86-43CE-98C9-3EA2BEEC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run_steps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D5DE6-8D5F-4F78-A33C-393553CD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524125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node attempts, diagnostics, timing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81827-BB33-4025-B240-624EFBF4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operators can reconstruct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CE99B-356B-4128-B962-C5D95405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deliveries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922D8-0529-42AE-BEF8-B46C986B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43250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intent, receipt, nonce, permalink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0D676-E526-429D-99B1-C6E242A0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retries avoid duplicate Discord posts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6982E-C92A-4551-B90A-EADB7513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audit_events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224D1-A48F-42DB-8C54-0AD8009E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762375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append-only actor/action/result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C02A6-A158-473A-AB35-4356E3D1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approval and retention changes stay reviewable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AE8A9-A08A-4A6C-9870-51CB4A89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6FE27-1CA0-495C-9F1C-6CD8A5CD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381500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content hash and metadata sidecar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2AE51-E6D8-40DD-970F-0F60FC71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large/redacted bodies stay out of relational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889EB-35E3-486D-8998-8860C70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866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8945C-73F0-426A-88EB-E9726C54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95950"/>
            <a:ext cx="840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Interview framing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22F54-8167-4656-9279-BAD3A184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915025"/>
            <a:ext cx="840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77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Postgres is the recovery boundary. External side effects become durable intents before any message is sent.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05D09A-0E43-4A80-A9EA-8C947EDA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03D8F-09D7-4067-9A4B-71F3953B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03189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7E4EC8-9333-468C-8C64-72DF6C46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Code-review agent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7F6FA-3BF4-4857-BC54-04D78F3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model receives bounded evidence, then deterministic validation decides what can be published.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BD2E2-5E2C-450B-AA34-53C0F2AF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D6DEC-38ED-4E46-A6C9-B3C47BAC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Webhook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E0C69-768E-4B69-9388-00A199CC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verify GitHub HMAC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allowlist repository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deduplicate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86A77-698B-4745-B0AC-0DD8C042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3B9A4-5B7D-4B58-9A71-9A443638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0F485-E257-470A-BB80-0CF35987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59EDF-6DB2-484E-9C8F-4A24D502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clone exact SHA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timebox process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clean temporary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453F7-922A-49B1-A5D3-55F024AA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78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9550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AA6B2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D6E66-90DE-45B2-8E5D-6BB07BF2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592D9-58FA-480A-B6E1-CD366285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 packet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1A321-1A68-405A-836B-40BCA38B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diffs and changed lines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scanner output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risk classification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626E5-7611-4D68-ACCD-CA79102D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83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5765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AA6B2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F3A79-E57D-4858-BAEF-EC70903F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5BA16-4D7B-45C4-9B4D-B7CE5665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Qwen proposal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35547-3996-4B3C-8192-458C831A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structured FindingBatch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arbitrary tools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low temperature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DABBD-3DE0-4881-AF5B-0F8D0AC3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88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1980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AA6B2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75F6B-B693-4C28-8C34-DC67B05D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EEC60-4461-4030-9692-2E9DE40E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20FB1-9885-43A7-AA72-5027BA0E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line ownership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evidence IDs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confidence threshold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A1FD7B-0526-4CE5-97BB-F1E01DB1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93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98195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AA6B2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5CE48-2B30-4F66-8ECE-A9D11F80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D6115-1B4D-4BD9-AA95-876F7102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5EBD72-4631-4ED7-8D71-DE3CE579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redacted report artifact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Discord summary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GitHub comments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BD5903-E445-4C46-BDC4-1CC310B0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98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94410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AA6B2"/>
            </a:solidFill>
            <a:prstDash val="solid"/>
            <a:head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DD65DB-9005-4A06-86E9-0B2DA0A1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1028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8851DE-ED9B-4DCF-8DF2-B26BDC61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924425"/>
            <a:ext cx="1002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to explain 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B1AC6-C776-47D5-9A35-090FA19E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67325"/>
            <a:ext cx="1002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LLM acts like a reviewer constrained to packet-owned facts. Git, Semgrep, Gitleaks, Trivy, and native commands produce evidence the model must cite.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622C32-82E1-4800-A0C7-882B2C23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43CE5D-A962-4815-BB4C-D6797272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5318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94BA29-2EF9-4E4A-8AB5-0A47C7F9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Academic planner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BA5EA-82DB-425C-9D5A-96D4D07F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Python owns constraints and state changes. Qwen helps with breakdowns, critiques, and check-in extraction.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91A3F-5DEB-4D01-B557-68AFDC4D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D62A6-BF55-4D80-A065-854F3A4E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Notion sync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AADDE-4669-4738-912C-3908F678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three scoped databases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courses, assessments,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DAD14-39B1-4A94-8177-2FDA3A13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FF865-1002-4347-9825-9E40A1AC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DA3F8-071B-436F-9098-DF6508D6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D2E55-8D89-4033-92C6-7483871C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PDF extraction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page citations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full-text 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66A00-56D1-4A85-AC5B-F8B4DEFF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78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955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8A00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EF3A7-A319-4968-AA64-9C503B7B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A1393-D302-4709-B6CE-30F03C0A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Uncertainty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0539E-A2BF-4CF4-972F-B492572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ambiguous facts become questions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hard constraint yet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A8506-4BC2-4439-BD8C-85FF370D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83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5765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8A00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19906-5996-4333-A4BE-5020CF07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E7994-2802-40D8-9196-100177D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Allocator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827B2-1124-4963-B9F6-A67DAF8B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7 to 14 day horizon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fixed commitments stay fixed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buffer preserved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284B4-EFEE-46A6-BAB5-2AF7C10E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88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198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8A00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34FFD-63A7-4300-85E6-06943C7C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4FB5D-E343-41A4-9050-2A1CEF37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Daily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EDC48-1FC6-49D0-85B0-9464392F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morning Discord plan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end-of-day check-in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6D96C-8734-4AF2-94CC-4D751F5E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93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98195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8A00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6D2C69-8273-4066-A112-D2D11C72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BB9076-3895-4B8F-BB60-1A416597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Confirmation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91B3C-327F-4F84-8CA0-12E62F9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exact token required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then Notion write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75FF43-39F8-48A0-8348-607D91F1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98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9441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8A00"/>
            </a:solidFill>
            <a:prstDash val="solid"/>
            <a:head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1C9E10-7123-4EAB-A0C3-D37760DE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009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E8C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11D7D9-0B3F-4C1B-AD0A-12FE9A54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24425"/>
            <a:ext cx="982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Interview framing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7EA398-50C2-42E7-B069-732B9FF9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67325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planner separates extraction, scheduling, and writing. A wrong model suggestion can create a question or proposal, but it cannot silently move a deadline or update Notion.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89D787-DFA6-4770-84A8-813246A7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F04F8E-76DB-4B6F-8397-29BF9EC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9733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91D04B-6189-4BBB-B8A3-09F17A06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Finance thesis-monitoring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8E44C-7F47-4094-9D69-70703E01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finance agent runs only after its source allowlist gate is satisfied.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38BC5-BE4A-435B-B027-37410BC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1AEE1-BC3D-415F-AF05-CA886A9C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Approval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D20BA-FBBF-4D0A-816C-DCF630FF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exactly eight enabled sources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allowlist version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51288-D004-4384-98EF-A9D441B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5839D-25D7-43C1-BD5A-B66536AD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ADEF6-5CC9-4B7C-A806-BEB4FA7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Scoped fetch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95377-6BD5-4948-869C-E6BF2004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approved adapters only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browser search 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28181-2423-4AC8-BC55-865A4128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78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955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D5F88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F7918-4E67-4A7D-A223-F5E90086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D3241-397C-4166-8FA0-FAC039F7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2D108-282F-4671-ABFB-2332FC88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dedupe source docs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validate freshness and licence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1F2AC-FD11-4668-925F-7E8D4D83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83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5765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D5F88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0758E-E20E-44C2-BC0B-6C14F598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0B079-21F8-4768-ADD3-A0BDB290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Exposure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FF2AF-0E43-4A40-B665-B7E5E7BC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holdings, watchlist, ETF exposure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manual portfolio 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444F5-4107-419F-8673-4A83FC62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88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198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D5F88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04033-FB81-4270-AED8-5199815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27911-F499-40AB-8843-87FC7D86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Event cards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7110C-433B-44A1-9543-39A76F5D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facts, uncertainty, counter-case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monitor or revisit thesis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3A760-290D-4486-A322-08B99064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93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98195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D5F88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26F6F5-644E-4102-A463-A1B05C94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EA8979-F031-46FA-A776-5F9E7232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Briefing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8D2852-2AC4-4FE1-BCBB-FABE45AE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Discord summary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thesis journal update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source health records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11E82D-B4F4-408C-AD48-01E532DA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98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9441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D5F88"/>
            </a:solidFill>
            <a:prstDash val="solid"/>
            <a:head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BBFEEA-2151-4EB0-A7EA-B5F94F1A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009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1167FC-77A8-4D53-A2EC-4B351204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24425"/>
            <a:ext cx="982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to explain 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3BB14F-FD61-42D9-B891-DE8D5AA1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67325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This pipeline optimizes for compliance and traceability. It does not trade, give buy/sell instructions, or replace an unapproved data source when one fails.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7A1A00-9067-4154-AA42-6EEDB416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1805A0-A6C9-4391-AED6-60351AAC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3992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E9923C-D357-4B80-B65B-AA0C3BCD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someone uses the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38E40-E761-4396-A707-ABB61671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 user mainly interacts through Discord, Notion, GitHub webhooks, and the local operations console.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BF9E0-70A2-4234-A040-C2A352AC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3013D-1ACA-4E2E-AB74-87AE851A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Daily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27A0F-235A-4C7F-A270-B3DEF821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16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Read Discord summaries and study plans. Reply to academic check-ins with explicit progress.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840B8-CDE0-4BA5-B3AA-846D8842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B0F8E-727D-4BCD-B45E-0BB0F23B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335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EA552-CEB2-49B7-B8CC-3873DFC6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4478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Approval moments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0CAD2-8D96-40B6-93A5-89E21BB8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907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4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Confirm Notion changes with the exact confirmation event. Enable finance sources only after entitlement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FFE50-304F-4F96-8B35-F4CE280F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33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19D09-FA59-4863-A38A-C6A5ECE8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335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AE8AC-0E10-4223-81F0-026C48E3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478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Operations console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B4D71-7DA6-4C82-8771-6E21B041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63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Open localhost console with Basic auth to view health, activity, run detail, and finance source settings.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D7B66-AF31-470C-8617-9AE4A562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33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49097-2AD9-4806-B842-3C030404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DF739-D9A0-4641-AE96-4B13B308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051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58667-EA07-44B2-88DF-DC39AF07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0512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80513-871C-4990-8CED-5E36E311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417AD-24A4-427F-B1CA-417F140B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575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Push to an allowlisted repo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DBF93-E8BA-4A69-ADBE-452EF6FD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5757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Accepts signed webhook and queues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A1E7C-2A25-4BF2-9027-951C2EE4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Discord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77EB6-A71C-4AE9-9211-618A9F3A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100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Read plan, briefing, alert, or review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78912-716E-4AC0-B44D-F3539612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1002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Uses durable delivery intent and nonce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667BA-8B27-40F2-A357-C9B59005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E385A-BBC1-4DBA-813E-46255A9E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624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Keep course data and assessments current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4FE3B9-30A2-44CF-BEC3-12E7D292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6247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Syncs scoped databases and writes only after confirmation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6C7C4-39F2-49C9-83F2-A27582E5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Console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972AB8-1649-4544-80AB-F0E1A786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149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Inspect /, /activity, /settings/sources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C34D4-09C4-4828-947E-CCA14542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492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Returns escaped, redacted, read-only pages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45D5FB-D855-470B-B07D-38E23FBB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26285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FED8FA-47DB-45F4-9F1D-C0360BC8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Reliability and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1E9C5-C14E-4BF6-BAF6-585EAC90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Phase 8 closes the loop between working workflows and an operable local service.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6AD5E-8014-40B4-AD7A-168A0386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F831E-BB54-40A4-8B24-0712A904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Health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D8C71-91E1-4A8B-9A63-CB8AB88F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3526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database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 depth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artifact root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Ollama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GitHub, Discord, Notion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FDA17-7C3F-4F20-98CA-49459A8F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6EFD9-5A92-493D-B695-A6840D33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33500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A5E6C-52A6-4207-92D6-02EA6618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47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Backups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6183E-1C1F-4F64-96C7-83990E93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90700"/>
            <a:ext cx="23526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host pg_dump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age encryption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launchd daily at 03:00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restore safety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B4E0E-1236-4273-A1D5-C0FC2A42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AA094-968C-40AA-B7FF-B783C60C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9C021-1C6E-40B5-9C07-E1AC6FBA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47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Recovery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C1A0B-5AB3-4F3D-919E-7CA18C77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90700"/>
            <a:ext cx="23526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worker restart policy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graceful shutdown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stalled job visibility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idempotent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AA4C4-7964-4F25-B9BD-5EF22E7D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B1F08-BAD4-4A49-8799-003779CE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33500"/>
            <a:ext cx="1809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E650A-C544-40EB-A7CF-B442B19A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478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Runbooks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9904E-3F3F-42AF-8A75-12EC180E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5430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 backlog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model slow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source failure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migration failure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F3CA0-CD7F-458F-8A98-789584EB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B9F5B-CA25-4F7E-AAB1-1541BA2E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CE93E-9846-44C0-9379-99C360DD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proves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BD72E-4180-4357-87B8-F24761FB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Unit and acceptance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37997-89C0-47BA-AF96-1499A280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81475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Contracts, HTML safety, queue behavior, Playwright console smoke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B3F7B-5C18-44B6-AF30-A90BE91B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Integration 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79F5F-FDF9-4EA5-BDC5-58F300F2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48200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 migrations, persistence, connectors with stubs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2D70AD-00AD-43D6-B98E-AF13BEA8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14925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Docker acceptance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194EBB-C4DB-47CA-99C2-D52BE09C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14925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Compose worker kill and delivery-idempotency drills when host tools exist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9D9DA-995D-44DE-BCEA-89FE9FDE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EDBC09-6F33-418F-9B75-A4173108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81650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Ruff, format, Pyright, unit, acceptance, integration, opt-in Docker acceptance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EAFDD2-3323-4488-8F94-49F7CA74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338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3F984-A969-435D-8A0A-5F690F7A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Technology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68F8C-EC71-4963-B9A1-7BD43A06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Each tool keeps the local deployment small while preserving type safety, durable state, and testability.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08256-49F6-415A-93F9-44FEDE77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38250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F285D-2C46-43A5-AF35-7A38CC02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238250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Repo-specific reason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8233D-7FDA-4D67-A1F0-36E3E21B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238250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Tradeoff to discuss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BFF06-1F6B-4610-991A-F79BC44F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18607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Python 3.12 and uv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ED859-E6A0-4697-9B9C-407771D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918607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typed app, reproducible lockfile, fast local 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3008E-7F22-4430-819E-957AC92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918607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Python concurrency needs clear async/process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6E845-AAF5-4A86-BB9B-3AFD926E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98964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FastAPI, Pydantic, Jinja, HTMX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72D7C-36D7-4C4D-8C68-8D189D5B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98964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API and read-only console stay in one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0F090-A67F-426A-B02F-416B13FD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98964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less client interactivity than a SPA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365AF-1A0D-4C05-A0C8-ABB21E14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79321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LangGraph and LangChain Ollama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13926-B092-497D-81ED-67737482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79321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explicit workflow steps and local structured model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1D2C9-9088-4E99-AC2B-A5C28D59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79321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more ceremony than a direct LLM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31C6A-F1E9-45B5-91EE-582BF978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59679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PostgreSQL, SQLAlchemy, Alembic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DDC6E-1F20-4C12-9BCD-D8EC5366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959679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single durable store for app data, queue, audit, checkpoints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80465-A3FF-4202-AC73-E43ADA6B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59679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heavier than SQLite for local-only 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BE0B5-46A9-4278-9263-2E057D3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40036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Procrastinate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2C8F9-E01A-4AFD-BBEE-D022532B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640036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durable jobs, locks, retries, periodic tasks in 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F53E8-ABC5-4CEB-ACBC-B794CCEE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640036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ties queue scaling to Postgres 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F0790-19E3-4898-8927-8E2E4E8E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320393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F2355-EB28-41D7-9827-CA0A787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320393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image, isolated workers, named volumes, restart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F0E21-4607-434E-9B76-0FE23A19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320393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 built for multi-host orchestration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51A37-EED2-40FF-96C7-21D0A97F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15273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2DF30-B88F-4CCE-984D-D60FF6EB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 and security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3C576-6218-4B4B-9A35-B110C833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architecture limits where the model can influence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BB6E2-32F6-4B25-893D-9A32683E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4A86C-C002-4B36-9167-22AC1CAB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954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8849E-A242-4338-9654-74EFD9A0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All calls go through LLMGateway. Responses must match Pydantic schemas and may get one repair attempt.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D56EE-3124-40FD-8C43-90CED131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D56AA-8202-44EE-B4ED-3A9DA7F6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81125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6C061-532F-4221-86DE-DC8C714B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4954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Least privilege connectors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09623-13E5-4D61-9C45-BFAD500A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38325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GitHub, Notion, Discord, and finance adapters expose narrow operations, not generic request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50F0E-F35D-4C2D-8A71-1C40A70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811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CBE3E-C067-4A99-BB34-9A387908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81125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75AE1-3AB1-4326-9BE8-B8FD5EAC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954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Secrets and display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1A5E0-3D48-45E3-A070-6FF3E887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38325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SecretStr settings, redacted diagnostics, escaped templates, and strict browser security headers.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F082B-DDA6-4E64-BAB2-CCA401B0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811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7C8CA-D2DF-4D0B-B89C-7D896ABB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9906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011E8-8709-4A17-9FB4-9F9116A7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57675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Interview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3D91B-70B1-4ACC-8E91-A19A3229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00575"/>
            <a:ext cx="9639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interesting design choice is that deterministic code owns validation and side effects. The model proposes structured analysis, but the application decides whether the proposal can become a database row or outbound message.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2EFC5-8CDA-44E9-B6C8-03E394E8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EEFEE-BDA6-4C2D-9C19-1B2F0C1B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71200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2F66A-14F9-4A83-9A44-FB32EDF5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Technical interview narrative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74A17-7FED-424E-89B1-138FF554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 concise way to explain LifeAgent without underselling the engineering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8C0B6-2162-4915-85E9-E0084972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6F9A6-B452-4E78-BECD-CECB1C68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238250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 an intern can give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2D24E-9087-475A-A9F3-363B2417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4688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is the architecture?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7CD8C-2E0D-4557-93E2-57789470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44688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local-first FastAPI application with Dockerized workers, PostgreSQL durability, and native Ollama inference on the Mac host.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5745D-EBF1-4007-B2B0-6D1E4AFB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1125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Why separate workers?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64E30-ACC5-42C5-8762-19FE05B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51125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Fault isolation and independent schedules. They share code and schema, but each listens to its own queue.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06004-E5A0-49C4-811C-0EE83CCB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7563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Where does AI fit?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D9188-78C1-403B-A88B-147BDCB4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57563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Qwen handles constrained analysis and critique. It never gets shell, database, or broad connector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C2C9A-2478-487A-8AA9-A8C4E3B7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4000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do you avoid duplicate side effects?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34599-B0EA-43CA-AE62-1F5CA43F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64000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app writes delivery intents with idempotency keys and provider nonces before sending.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0F600-F8A2-4AA7-814F-3ABFC61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0438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would you improve next?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7E39A-CAF9-47F6-8D12-4F9FD80C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770438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Semantic retrieval for academic documents, but only after real usage shows full-text search misses paraphrased questions.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290BD-6EDB-4356-991D-E6051EE0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76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7680"/>
                </a:solidFill>
                <a:latin typeface="Aptos"/>
                <a:ea typeface="Aptos"/>
                <a:cs typeface="Aptos"/>
              </a:rPr>
              <a:t>Bottom line: LifeAgent is designed as a reliable local orchestration system, not a set of unconstrained chatbots.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C0C7A-EEAF-4DBA-9707-05DA9716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81130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2026-09-05T05:20:48.7680000Z</dcterms:created>
  <dcterms:modified xsi:type="dcterms:W3CDTF">2026-09-05T05:20:48.7680000Z</dcterms:modified>
</coreProperties>
</file>