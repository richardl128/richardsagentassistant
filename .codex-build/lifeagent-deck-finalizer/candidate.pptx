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a408170b24f09" /><Relationship Type="http://schemas.openxmlformats.org/officeDocument/2006/relationships/extended-properties" Target="/docProps/app.xml" Id="R126b7b094df142bb" /><Relationship Type="http://schemas.openxmlformats.org/officeDocument/2006/relationships/officeDocument" Target="/ppt/presentation.xml" Id="R8c541cf148f346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589d7cdbae470f"/>
  </p:sldMasterIdLst>
  <p:notesMasterIdLst>
    <p:notesMasterId xmlns:r="http://schemas.openxmlformats.org/officeDocument/2006/relationships" r:id="Rb8b851d695ef4548"/>
  </p:notesMasterIdLst>
  <p:sldIdLst>
    <p:sldId xmlns:r="http://schemas.openxmlformats.org/officeDocument/2006/relationships" id="256" r:id="R8f7fe0148f7e4e23"/>
    <p:sldId xmlns:r="http://schemas.openxmlformats.org/officeDocument/2006/relationships" id="257" r:id="Rf943d9134e614bb1"/>
    <p:sldId xmlns:r="http://schemas.openxmlformats.org/officeDocument/2006/relationships" id="258" r:id="Re7894b88971848d0"/>
    <p:sldId xmlns:r="http://schemas.openxmlformats.org/officeDocument/2006/relationships" id="259" r:id="Rf9dcbdc4e82e454a"/>
    <p:sldId xmlns:r="http://schemas.openxmlformats.org/officeDocument/2006/relationships" id="260" r:id="Rc5160583aae140e3"/>
    <p:sldId xmlns:r="http://schemas.openxmlformats.org/officeDocument/2006/relationships" id="261" r:id="Rac9c23c57733427c"/>
    <p:sldId xmlns:r="http://schemas.openxmlformats.org/officeDocument/2006/relationships" id="262" r:id="Re1c9293da497479e"/>
    <p:sldId xmlns:r="http://schemas.openxmlformats.org/officeDocument/2006/relationships" id="263" r:id="Rda3f3e19974c4fee"/>
    <p:sldId xmlns:r="http://schemas.openxmlformats.org/officeDocument/2006/relationships" id="264" r:id="Ref9efba1199d4a2e"/>
    <p:sldId xmlns:r="http://schemas.openxmlformats.org/officeDocument/2006/relationships" id="265" r:id="Rc68497156d08470b"/>
    <p:sldId xmlns:r="http://schemas.openxmlformats.org/officeDocument/2006/relationships" id="266" r:id="R144a1d1b65744287"/>
    <p:sldId xmlns:r="http://schemas.openxmlformats.org/officeDocument/2006/relationships" id="267" r:id="R2347bf8ce6ff42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a655ac862c46d7" /><Relationship Type="http://schemas.openxmlformats.org/officeDocument/2006/relationships/slideMaster" Target="/ppt/slideMasters/slideMaster1.xml" Id="Rba589d7cdbae470f" /><Relationship Type="http://schemas.openxmlformats.org/officeDocument/2006/relationships/notesMaster" Target="/ppt/notesMasters/notesMaster1.xml" Id="Rb8b851d695ef4548" /><Relationship Type="http://schemas.openxmlformats.org/officeDocument/2006/relationships/presProps" Target="/ppt/presProps.xml" Id="R8e931973c7a74cec" /><Relationship Type="http://schemas.openxmlformats.org/officeDocument/2006/relationships/tableStyles" Target="/ppt/tableStyles.xml" Id="R61141664eadb41c1" /><Relationship Type="http://schemas.openxmlformats.org/officeDocument/2006/relationships/slide" Target="/ppt/slides/slide1.xml" Id="R8f7fe0148f7e4e23" /><Relationship Type="http://schemas.openxmlformats.org/officeDocument/2006/relationships/slide" Target="/ppt/slides/slide2.xml" Id="Rf943d9134e614bb1" /><Relationship Type="http://schemas.openxmlformats.org/officeDocument/2006/relationships/slide" Target="/ppt/slides/slide3.xml" Id="Re7894b88971848d0" /><Relationship Type="http://schemas.openxmlformats.org/officeDocument/2006/relationships/slide" Target="/ppt/slides/slide4.xml" Id="Rf9dcbdc4e82e454a" /><Relationship Type="http://schemas.openxmlformats.org/officeDocument/2006/relationships/slide" Target="/ppt/slides/slide5.xml" Id="Rc5160583aae140e3" /><Relationship Type="http://schemas.openxmlformats.org/officeDocument/2006/relationships/slide" Target="/ppt/slides/slide6.xml" Id="Rac9c23c57733427c" /><Relationship Type="http://schemas.openxmlformats.org/officeDocument/2006/relationships/slide" Target="/ppt/slides/slide7.xml" Id="Re1c9293da497479e" /><Relationship Type="http://schemas.openxmlformats.org/officeDocument/2006/relationships/slide" Target="/ppt/slides/slide8.xml" Id="Rda3f3e19974c4fee" /><Relationship Type="http://schemas.openxmlformats.org/officeDocument/2006/relationships/slide" Target="/ppt/slides/slide9.xml" Id="Ref9efba1199d4a2e" /><Relationship Type="http://schemas.openxmlformats.org/officeDocument/2006/relationships/slide" Target="/ppt/slides/slide10.xml" Id="Rc68497156d08470b" /><Relationship Type="http://schemas.openxmlformats.org/officeDocument/2006/relationships/slide" Target="/ppt/slides/slide11.xml" Id="R144a1d1b65744287" /><Relationship Type="http://schemas.openxmlformats.org/officeDocument/2006/relationships/slide" Target="/ppt/slides/slide12.xml" Id="R2347bf8ce6ff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9240d2a53748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f7d5cfc3c4f3b" /><Relationship Type="http://schemas.openxmlformats.org/officeDocument/2006/relationships/notesMaster" Target="/ppt/notesMasters/notesMaster1.xml" Id="R66f558ef3db9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4b1d84bdf049cf" /><Relationship Type="http://schemas.openxmlformats.org/officeDocument/2006/relationships/notesMaster" Target="/ppt/notesMasters/notesMaster1.xml" Id="R484a103728f5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c192079dd4d31" /><Relationship Type="http://schemas.openxmlformats.org/officeDocument/2006/relationships/notesMaster" Target="/ppt/notesMasters/notesMaster1.xml" Id="Re89bd984086b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069d67207468c" /><Relationship Type="http://schemas.openxmlformats.org/officeDocument/2006/relationships/notesMaster" Target="/ppt/notesMasters/notesMaster1.xml" Id="R1f712f95b16c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34637c88f64463" /><Relationship Type="http://schemas.openxmlformats.org/officeDocument/2006/relationships/notesMaster" Target="/ppt/notesMasters/notesMaster1.xml" Id="Rf363f6f3c24049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b6711300f04fcd" /><Relationship Type="http://schemas.openxmlformats.org/officeDocument/2006/relationships/notesMaster" Target="/ppt/notesMasters/notesMaster1.xml" Id="Rf4a2018299c648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6e84c8dc0740a2" /><Relationship Type="http://schemas.openxmlformats.org/officeDocument/2006/relationships/notesMaster" Target="/ppt/notesMasters/notesMaster1.xml" Id="Rbe0f76cc57d64d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b49add5c724ccc" /><Relationship Type="http://schemas.openxmlformats.org/officeDocument/2006/relationships/notesMaster" Target="/ppt/notesMasters/notesMaster1.xml" Id="R6de5f00dd48b42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5397cc15b54172" /><Relationship Type="http://schemas.openxmlformats.org/officeDocument/2006/relationships/notesMaster" Target="/ppt/notesMasters/notesMaster1.xml" Id="Ra7882521f3854d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a1110dd08441aa" /><Relationship Type="http://schemas.openxmlformats.org/officeDocument/2006/relationships/notesMaster" Target="/ppt/notesMasters/notesMaster1.xml" Id="R7f78947e56cd49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9da92a20b4489e" /><Relationship Type="http://schemas.openxmlformats.org/officeDocument/2006/relationships/notesMaster" Target="/ppt/notesMasters/notesMaster1.xml" Id="Rc8ba2ba425a94b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484f1f42674202" /><Relationship Type="http://schemas.openxmlformats.org/officeDocument/2006/relationships/notesMaster" Target="/ppt/notesMasters/notesMaster1.xml" Id="Ra5ccd550a9da4e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cover image used as an abstract visual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compose.yaml; infra/Dockerfile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scope and shared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docs/implementation/phase-2.md; docs/implementation/phase-3.md; docs/implementation/phase-5.md;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Topology mirrors Compose and Dockerfile.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compose.yaml; infra/Dockerfile; app/main.py; 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Shared schema and artifact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app/db/models.py; app/artifacts/store.py; app/queue/tasks.py;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Code-review workflow and GitHub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app/api/github.py; app/agents/code_review/workflow.py; app/connectors/discord.py; docs/implementation/phase-3.md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planner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app/agents/academic_planner/workflow.py; app/api/academic.py; app/connectors/notion.py; docs/implementation/phase-5.md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workflow and approved source registry.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app/agents/finance/workflow.py; app/connectors/finance_sources/adapters.py and app/agents/finance/sources.py; app/api/finance.py;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surfaces and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app/main.py; app/api/operations.py and app/api/pages.py; app/api/academic.py; app/api/github.py; app/connectors/discord.py; docs/implementation/phase-7.md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Reliability and CI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docs/implementation/phase-8.md; docs/operations/backup-restore.md and scripts/backup_database.sh; .github/workflows/ci.yml; compose.yaml; app/queue/tasks.py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pyproject.toml; compose.yaml; infra/Dockerfile; docs/implementation/phase-0.md;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and security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app/llm/gateway.py; app/core/config.py; app/main.py; app/api/github.py; app/connectors/notion.py; app/connectors/discord.py; app/connectors/finance_sources/adapters.py and app/agents/finance/sources.py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interview phrasing and deferred enhancement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docs/implementation/phase-1.md; docs/implementation/phase-2.md; docs/implementation/phase-8.md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5e8286a984c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e9a62d2a9c4c9c" /><Relationship Type="http://schemas.openxmlformats.org/officeDocument/2006/relationships/slideLayout" Target="/ppt/slideLayouts/slideLayout1.xml" Id="Rd061a33c844142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61a33c844142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37d80b5de4b1a" /><Relationship Type="http://schemas.openxmlformats.org/officeDocument/2006/relationships/image" Target="/ppt/media/image.png" Id="R76c7e14aee424cef" /><Relationship Type="http://schemas.openxmlformats.org/officeDocument/2006/relationships/notesSlide" Target="/ppt/notesSlides/notesSlide1.xml" Id="R2ee230f811424e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e950150814893" /><Relationship Type="http://schemas.openxmlformats.org/officeDocument/2006/relationships/notesSlide" Target="/ppt/notesSlides/notesSlide2.xml" Id="R95ebb3271806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454fb8eb14398" /><Relationship Type="http://schemas.openxmlformats.org/officeDocument/2006/relationships/notesSlide" Target="/ppt/notesSlides/notesSlide3.xml" Id="R83061c79c27c40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fc2d0d3854df4" /><Relationship Type="http://schemas.openxmlformats.org/officeDocument/2006/relationships/notesSlide" Target="/ppt/notesSlides/notesSlide4.xml" Id="R83430f5010784d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85b396c634f56" /><Relationship Type="http://schemas.openxmlformats.org/officeDocument/2006/relationships/notesSlide" Target="/ppt/notesSlides/notesSlide5.xml" Id="Ra19b53794e22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9e160e2c64412" /><Relationship Type="http://schemas.openxmlformats.org/officeDocument/2006/relationships/notesSlide" Target="/ppt/notesSlides/notesSlide6.xml" Id="Ra91f3efb35194b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b82ad192a488d" /><Relationship Type="http://schemas.openxmlformats.org/officeDocument/2006/relationships/notesSlide" Target="/ppt/notesSlides/notesSlide7.xml" Id="Rd4136475f68245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2208568924b94" /><Relationship Type="http://schemas.openxmlformats.org/officeDocument/2006/relationships/notesSlide" Target="/ppt/notesSlides/notesSlide8.xml" Id="R25e3adeb66b943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2accb7a544a34" /><Relationship Type="http://schemas.openxmlformats.org/officeDocument/2006/relationships/notesSlide" Target="/ppt/notesSlides/notesSlide9.xml" Id="Re1ecd27b31d449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4301ec6e743f9" /><Relationship Type="http://schemas.openxmlformats.org/officeDocument/2006/relationships/notesSlide" Target="/ppt/notesSlides/notesSlide10.xml" Id="Rf673c4363a784b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1640ba67e4ff4" /><Relationship Type="http://schemas.openxmlformats.org/officeDocument/2006/relationships/notesSlide" Target="/ppt/notesSlides/notesSlide11.xml" Id="R09a3288d9dda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a36f5fb314328" /><Relationship Type="http://schemas.openxmlformats.org/officeDocument/2006/relationships/notesSlide" Target="/ppt/notesSlides/notesSlide12.xml" Id="Re389da7b1f414d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7e14aee424c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DBD1-DB74-44C2-ACA6-09E2A55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A44FB-B672-46FE-8109-CF0DC654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LifeAgent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74F01-F0B7-4803-8DF4-9171B40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6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6F0"/>
                </a:solidFill>
                <a:latin typeface="Aptos"/>
                <a:ea typeface="Aptos"/>
                <a:cs typeface="Aptos"/>
              </a:rPr>
              <a:t>Local-first agent workflows for code review, academic planning, and finance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7687E-50AE-438F-BA6D-A9A78F5F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8EA4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EA4B8"/>
                </a:solidFill>
                <a:latin typeface="Aptos"/>
                <a:ea typeface="Aptos"/>
                <a:cs typeface="Aptos"/>
              </a:rPr>
              <a:t>Intern technical interview version</a:t>
            </a:r>
          </a:p>
        </p:txBody>
      </p:sp>
    </p:spTree>
    <p:extLst>
      <p:ext uri="{BB962C8B-B14F-4D97-AF65-F5344CB8AC3E}">
        <p14:creationId xmlns:p14="http://schemas.microsoft.com/office/powerpoint/2010/main" val="181859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4FA36-9943-478E-834B-34531F1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LifeAgent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7B279-A490-42F1-B689-3ED02B5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local system coordinates three personal automation workflows with shared reliability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C80F-203C-45D2-86AF-955B289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E8F4F5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Code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B3B1F-99B3-4EDD-8319-00BFB66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F7E8C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860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8600F"/>
                </a:solidFill>
                <a:latin typeface="Aptos"/>
                <a:ea typeface="Aptos"/>
                <a:cs typeface="Aptos"/>
              </a:rPr>
              <a:t>Academic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F4DB8-62C4-4DDD-AC7A-B076865E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7EEF6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5B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B7D"/>
                </a:solidFill>
                <a:latin typeface="Aptos"/>
                <a:ea typeface="Aptos"/>
                <a:cs typeface="Aptos"/>
              </a:rPr>
              <a:t>Finance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FE7E5-DCA2-41D1-BC45-AC07DF7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E1C9-7255-4982-8227-825808A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Evidence-based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474B7-F5E0-4EED-B951-0F76FBE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push events trigger exact-SHA checkout, scanner runs, Qwen review, finding validation, and Discord summaries.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4FE41-02E0-4EA8-A005-D5F7DCC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8D0F2-E396-4DBA-8931-A8D879E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299EC-C7C0-4DB5-885D-08116724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57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Study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E7147-B9C7-4C1E-BC46-BB5A956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data and PDFs become typed assessments. Python allocates study blocks and Qwen critiques the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A34A3-6D2A-4D39-A309-AA1B784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3DBFA-B943-4031-A9B3-7B47212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1EE73-2239-46B3-A8AC-46DAD13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5740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Source-gated briefings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4440D-728E-44FF-B91A-20BEEB97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7336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approved finance sources feed normalized event cards, exposure mapping, and thesis journal updates.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DDE4F-C709-4EEB-A155-A9CF2C9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B6597-7524-40F3-8CE5-FBE518C5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191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2F68F-C7A3-47FA-AAFC-810FF9C1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24425"/>
            <a:ext cx="792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9B726-798D-4611-98F8-60F9044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67325"/>
            <a:ext cx="792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FastAPI, PostgreSQL, Procrastinate, the artifact store, audit tables, health checks, and Discord delivery are reused by every agent.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D7702-3739-4EC4-A855-3E2C7C3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A861D-782C-4A5B-B0C2-35D8935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6323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80569-AE8C-41C8-8913-B09E8B0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A3A50-20D1-4FB2-87D7-BCBBF8A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image runs the API or one of three queue-specific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EB63-C2CC-49B1-9149-26AD594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E0E60-3233-4493-849B-90A1C7B4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macOS 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2BB5-1583-4473-916D-B6AEA4C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74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Native Ollama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qwen3-32gb:latest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Apple Metal stays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18131-1DC0-469B-879C-5D694D1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1444C-EDE9-410E-A427-14B8EED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7680C-7E1C-4ADC-9AAE-6E1262B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990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43956-3946-48ED-9613-00AA34D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333500"/>
            <a:ext cx="1924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62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API, webhooks, console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Jinja pages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static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A1FE5-DE59-4039-B7CB-1815BA1D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963A-69F0-447D-BBA8-A61E67F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2368A-2720-4429-9B1B-1C1015E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14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2275-1D1D-4D8D-8562-33C63000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312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application data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tables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LangGraph checkpoints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CD7A3-63B0-4696-9D88-7E803080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6E941-8A2A-439B-B6C9-E57CB64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A609-D35F-4ED1-B170-64A48D1C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14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 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C0507-AAF2-48C4-877A-C549CB56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577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951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tool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92C9-1C77-46AB-847E-542E951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10FA2-94E0-4FD1-9633-9720351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D4BEF-2DC9-4A9C-B7B2-0C0F0CF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8953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worker-code-review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F812C-0765-44E4-8A83-D422304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238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code_review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380F1-176E-4BA7-BE59-78AAC90B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A3598-5BC3-4811-A08B-AF0B2D2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50DA1-7DB9-41BF-BF73-D4A6A45B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431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worker-academic-planner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FAE4D-C51B-4619-B652-010B5CCD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86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academic_planner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875FB-F492-4708-81B8-2798C6D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631C1-B6A5-45FE-A7BE-1C745D9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BD053-B55E-4349-9C75-7C91FD3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91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9B721-DCD9-4DFD-8AAC-B4FA41F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339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finance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4E903-D41C-4C72-BE0D-1B6C968F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DFC3E-E949-42BF-8054-4591628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571625" cy="2095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2C6151-A978-46CA-89DF-5FEE334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6383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systems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D2042-94CC-440D-A950-ADD7EFF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981200"/>
            <a:ext cx="13049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App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API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bot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finance APIs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99920-4D45-41CB-8906-D2653569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FE2E9-1980-4ABB-9C62-F9803E5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340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API and workers share PostgreSQL, the artifact volume, and host-native Ollama.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735AE4-8008-4E70-8D36-6E2A2E6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2132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6CEB8-8BB9-428B-AF33-92363FEB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durable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2EB7-476B-4A95-BCE7-C522C84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workflow inherits the same idempotency, retry, audit, and artifact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A1B9-EFBC-4F15-A32E-68BA659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object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DE425-B989-4F6C-8FC1-CB09B7E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2858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stores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C04C-6FA0-458B-9A6E-CFE02A2D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858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8CA3F-CC5C-42DA-80A0-54201BC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agent_runs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86692-D89A-4E15-BD9E-F1369F09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050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identity, trigger, status,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421D7-F754-474C-A561-3420983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replays and UI history have one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A1DC-BD86-43CE-98C9-3EA2BEE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run_steps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D5DE6-8D5F-4F78-A33C-393553CD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2412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 attempts, diagnostics,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81827-BB33-4025-B240-624EFBF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operators can reconstruct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CE99B-356B-4128-B962-C5D9540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922D8-0529-42AE-BEF8-B46C986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4325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intent, receipt, nonce, permalink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0D676-E526-429D-99B1-C6E242A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retries avoid duplicate Discord posts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6982E-C92A-4551-B90A-EADB751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224D1-A48F-42DB-8C54-0AD8009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623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append-only actor/action/result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C02A6-A158-473A-AB35-4356E3D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and retention changes stay reviewable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AE8A9-A08A-4A6C-9870-51CB4A8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6FE27-1CA0-495C-9F1C-6CD8A5CD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815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content hash and metadata sidecar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2AE51-E6D8-40DD-970F-0F60FC71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large/redacted bodies stay out of relational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889EB-35E3-486D-8998-8860C70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66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8945C-73F0-426A-88EB-E9726C54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95950"/>
            <a:ext cx="840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22F54-8167-4656-9279-BAD3A18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15025"/>
            <a:ext cx="840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Postgres is the recovery boundary. External side effects become durable intents before any message is sent.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5D09A-0E43-4A80-A9EA-8C947ED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03D8F-09D7-4067-9A4B-71F3953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0318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E4EC8-9333-468C-8C64-72DF6C4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Code-review agent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7F6FA-3BF4-4857-BC54-04D78F3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model receives bounded evidence, then deterministic validation decides what can be published.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D2E2-5E2C-450B-AA34-53C0F2A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D6DEC-38ED-4E46-A6C9-B3C47BA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Webhook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E0C69-768E-4B69-9388-00A199C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verify GitHub HMAC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repository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deduplicate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86A77-698B-4745-B0AC-0DD8C042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B9A4-5B7D-4B58-9A71-9A44363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F485-E257-470A-BB80-0CF3598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59EDF-6DB2-484E-9C8F-4A24D50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clone exact SHA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timebox process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clean temporary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453F7-922A-49B1-A5D3-55F024A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6E66-90DE-45B2-8E5D-6BB07BF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592D9-58FA-480A-B6E1-CD36628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packet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1A321-1A68-405A-836B-40BCA38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diffs and changed lines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scanner output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risk classification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626E5-7611-4D68-ACCD-CA79102D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F3A79-E57D-4858-BAEF-EC70903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5BA16-4D7B-45C4-9B4D-B7CE566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35547-3996-4B3C-8192-458C831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structured FindingBatch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arbitrary tools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low temperature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DABBD-3DE0-4881-AF5B-0F8D0AC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75F6B-B693-4C28-8C34-DC67B05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EEC60-4461-4030-9692-2E9DE40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20FB1-9885-43A7-AA72-5027BA0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line ownership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evidence IDs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confidence 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1FD7B-0526-4CE5-97BB-F1E01DB1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5CE48-2B30-4F66-8ECE-A9D11F8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D6115-1B4D-4BD9-AA95-876F7102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EBD72-4631-4ED7-8D71-DE3CE579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redacted report artifact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GitHub comments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D5903-E445-4C46-BDC4-1CC310B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DD65DB-9005-4A06-86E9-0B2DA0A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851DE-ED9B-4DCF-8DF2-B26BDC6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24425"/>
            <a:ext cx="1002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B1AC6-C776-47D5-9A35-090FA19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67325"/>
            <a:ext cx="1002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LLM acts like a reviewer constrained to packet-owned facts. Git, Semgrep, Gitleaks, Trivy, and native commands produce evidence the model must cite.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22C32-82E1-4800-A0C7-882B2C2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3CE5D-A962-4815-BB4C-D6797272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804213-19ED-48B2-A95D-D4222207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656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AA6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8948AC-0DE3-4241-B191-0CE72F0E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7656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AA6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8669D7-FC24-4328-9057-E2B43A0E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656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AA6B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1A0AE8-0AB5-410F-A960-E943389D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656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AA6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8A35D3-A27A-4E01-AE83-3063F7C7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7656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AA6B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5318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4BA29-2EF9-4E4A-8AB5-0A47C7F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Academic planner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BA5EA-82DB-425C-9D5A-96D4D07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Python owns constraints and state changes. Qwen helps with breakdowns, critiques, and check-in extraction.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91A3F-5DEB-4D01-B557-68AFDC4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D62A6-BF55-4D80-A065-854F3A4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 sync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AADDE-4669-4738-912C-3908F67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three scoped databases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courses, assessments,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DAD14-39B1-4A94-8177-2FDA3A1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F865-1002-4347-9825-9E40A1A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DA3F8-071B-436F-9098-DF6508D6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2E55-8D89-4033-92C6-7483871C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extraction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page citations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full-text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66A00-56D1-4A85-AC5B-F8B4DEF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EF3A7-A319-4968-AA64-9C503B7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A1393-D302-4709-B6CE-30F03C0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0539E-A2BF-4CF4-972F-B492572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ambiguous facts become questions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hard constraint 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A8506-4BC2-4439-BD8C-85FF370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19906-5996-4333-A4BE-5020CF0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E7994-2802-40D8-9196-100177D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Allocator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827B2-1124-4963-B9F6-A67DAF8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7 to 14 day horizon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fixed commitments stay fixed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buffer preserved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284B4-EFEE-46A6-BAB5-2AF7C10E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34FFD-63A7-4300-85E6-06943C7C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4FB5D-E343-41A4-9050-2A1CEF3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EDC48-1FC6-49D0-85B0-9464392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morning Discord plan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end-of-day check-in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6D96C-8734-4AF2-94CC-4D751F5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D2C69-8273-4066-A112-D2D11C7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B9076-3895-4B8F-BB60-1A416597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91B3C-327F-4F84-8CA0-12E62F9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 token required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then Notion 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5FF43-39F8-48A0-8348-607D91F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C9E10-7123-4EAB-A0C3-D37760D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1D7D9-0B3F-4C1B-AD0A-12FE9A5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EA398-50C2-42E7-B069-732B9FF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planner separates extraction, scheduling, and writing. A wrong model suggestion can create a question or proposal, but it cannot silently move a deadline or update Notion.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9D787-DFA6-4770-84A8-813246A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04F8E-76DB-4B6F-8397-29BF9EC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35B8A7-1E2E-4C92-B4D7-7BD513A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8A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379FAC-934A-4AAA-9369-0B2F03D1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8A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0A8AEB-CC0C-4B95-8988-21498A47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8A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3EFED1-12D2-4B26-B0EC-4EFC6E41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8A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402D9E-BEB1-4333-AF5A-C97B9F0E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8A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9733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1D04B-6189-4BBB-B8A3-09F17A06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Finance thesis-monitoring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8E44C-7F47-4094-9D69-70703E0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finance agent runs only after its source allowlist gate is satisfied.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8BC5-BE4A-435B-B027-37410BC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AEE1-BC3D-415F-AF05-CA886A9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D20BA-FBBF-4D0A-816C-DCF630F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enabled sources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version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1288-D004-4384-98EF-A9D441B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5839D-25D7-43C1-BD5A-B66536AD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ADEF6-5CC9-4B7C-A806-BEB4FA7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Scoped 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95377-6BD5-4948-869C-E6BF2004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approved adapters only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browser search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28181-2423-4AC8-BC55-865A412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7918-4E67-4A7D-A223-F5E9008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D3241-397C-4166-8FA0-FAC039F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2D108-282F-4671-ABFB-2332FC8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dedupe source docs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validate freshness and licence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1F2AC-FD11-4668-925F-7E8D4D8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0758E-E20E-44C2-BC0B-6C14F59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0B079-21F8-4768-ADD3-A0BDB29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Exposure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FF2AF-0E43-4A40-B665-B7E5E7B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holdings, watchlist, ETF exposure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manual portfolio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444F5-4107-419F-8673-4A83FC6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04033-FB81-4270-AED8-5199815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27911-F499-40AB-8843-87FC7D8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Event cards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7110C-433B-44A1-9543-39A76F5D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facts, uncertainty, counter-case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monitor or revisit 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3A760-290D-4486-A322-08B9906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6F6F5-644E-4102-A463-A1B05C9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A8979-F031-46FA-A776-5F9E7232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Briefing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D2852-2AC4-4FE1-BCBB-FABE45A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thesis journal update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health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1E82D-B4F4-408C-AD48-01E532DA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BFEEA-2151-4EB0-A7EA-B5F94F1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167FC-77A8-4D53-A2EC-4B35120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BB14F-FD61-42D9-B891-DE8D5AA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This pipeline optimizes for compliance and traceability. It does not trade, give buy/sell instructions, or replace an unapproved data source when one fails.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7A1A00-9067-4154-AA42-6EEDB41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805A0-A6C9-4391-AED6-60351AA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D67AB3-2928-47D2-A0EF-87CE4969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D5F8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E79B25-6FBB-4FBB-ACEB-2021DB5D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D5F8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1D0D5A-8079-4B24-BF6B-2FB99EE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D5F8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4A374B-B6F3-4370-A08D-A28B6CC8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D5F8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65460D-F638-427D-9A54-15CCE149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D5F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3992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9923C-D357-4B80-B65B-AA0C3BC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someone uses the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8E40-E761-4396-A707-ABB6167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user mainly interacts through Discord, Notion, GitHub webhooks, and the local operations console.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BF9E0-70A2-4234-A040-C2A352AC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3013D-1ACA-4E2E-AB74-87AE851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7A0F-235A-4C7F-A270-B3DEF82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16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Read Discord summaries and study plans. Reply to academic check-ins with explicit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840B8-CDE0-4BA5-B3AA-846D884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B0F8E-727D-4BCD-B45E-0BB0F23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EA552-CEB2-49B7-B8CC-3873DFC6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moments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0CAD2-8D96-40B6-93A5-89E21BB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Confirm Notion changes with the exact confirmation event. Enable finance sources only after entitlement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FFE50-304F-4F96-8B35-F4CE280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19D09-FA59-4863-A38A-C6A5ECE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AE8AC-0E10-4223-81F0-026C48E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Operations console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B4D71-7DA6-4C82-8771-6E21B041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63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Open localhost console with Basic auth to view health, activity, run detail, and finance source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D7B66-AF31-470C-8617-9AE4A562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49097-2AD9-4806-B842-3C03040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DF739-D9A0-4641-AE96-4B13B30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58667-EA07-44B2-88DF-DC39AF0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80513-871C-4990-8CED-5E36E311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417AD-24A4-427F-B1CA-417F140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575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Push to an allowlisted 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DBF93-E8BA-4A69-ADBE-452EF6F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575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Accepts signed webhook and queues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A1E7C-2A25-4BF2-9027-951C2EE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77EB6-A71C-4AE9-9211-618A9F3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00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 plan, briefing, alert, or review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78912-716E-4AC0-B44D-F353961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00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Uses durable delivery intent and nonce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667BA-8B27-40F2-A357-C9B5900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E385A-BBC1-4DBA-813E-46255A9E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624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course data and assessments current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FE3B9-30A2-44CF-BEC3-12E7D29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624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Syncs scoped databases and writes only after 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6C7C4-39F2-49C9-83F2-A27582E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Console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72AB8-1649-4544-80AB-F0E1A78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149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Inspect /, /activity, /settings/sources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C34D4-09C4-4828-947E-CCA14542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49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Returns escaped, redacted, read-only pages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5D5FB-D855-470B-B07D-38E23FB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6285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ED8FA-47DB-45F4-9F1D-C0360BC8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Reliability and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E9C5-C14E-4BF6-BAF6-585EAC9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Phase 8 closes the loop between working workflows and an operable local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6AD5E-8014-40B4-AD7A-168A0386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831E-BB54-40A4-8B24-0712A90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Health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D8C71-91E1-4A8B-9A63-CB8AB88F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database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depth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artifact root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Ollama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Discord, Notion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FDA17-7C3F-4F20-98CA-49459A8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6EFD9-5A92-493D-B695-A6840D3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5E6C-52A6-4207-92D6-02EA6618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6183E-1C1F-4F64-96C7-83990E93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host pg_dump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age encryption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launchd daily at 03:00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restore safety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B4E0E-1236-4273-A1D5-C0FC2A42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AA094-968C-40AA-B7FF-B783C60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9C021-1C6E-40B5-9C07-E1AC6FB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Recovery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C1A0B-5AB3-4F3D-919E-7CA18C7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worker restart policy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graceful shutdown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stalled job visibility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idempotent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AA4C4-7964-4F25-B9BD-5EF22E7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B1F08-BAD4-4A49-8799-003779CE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E650A-C544-40EB-A7CF-B442B19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478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Runbooks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9904E-3F3F-42AF-8A75-12EC180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543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backlog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model slow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failure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migration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F3CA0-CD7F-458F-8A98-789584EB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B9F5B-CA25-4F7E-AAB1-1541BA2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CE93E-9846-44C0-9379-99C360D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BD72E-4180-4357-87B8-F24761F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Unit and acceptance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37997-89C0-47BA-AF96-1499A28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Contracts, HTML safety, queue behavior, Playwright console smoke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B3F7B-5C18-44B6-AF30-A90BE91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Integration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79F5F-FDF9-4EA5-BDC5-58F300F2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migrations, persistence, connectors with stubs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D70AD-00AD-43D6-B98E-AF13BEA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acceptance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94EBB-C4DB-47CA-99C2-D52BE09C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1492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Compose worker kill and delivery-idempotency drills when host tools exist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9D9DA-995D-44DE-BCEA-89FE9FDE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DBC09-6F33-418F-9B75-A417310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816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Ruff, format, Pyright, unit, acceptance, integration, opt-in Docker acceptance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AFDD2-3323-4488-8F94-49F7CA74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38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3F984-A969-435D-8A0A-5F690F7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Technology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68F8C-EC71-4963-B9A1-7BD43A0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tool keeps the local deployment small while preserving type safety, durable state, and testability.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8256-49F6-415A-93F9-44FEDE77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38250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F285D-2C46-43A5-AF35-7A38CC0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238250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Repo-specific reason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8233D-7FDA-4D67-A1F0-36E3E21B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238250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Tradeoff to discuss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BFF06-1F6B-4610-991A-F79BC44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18607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3.12 and uv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ED859-E6A0-4697-9B9C-407771D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18607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typed app, reproducible lockfile, fast local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008E-7F22-4430-819E-957AC92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918607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concurrency needs clear async/process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6E845-AAF5-4A86-BB9B-3AFD926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98964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FastAPI, Pydantic, Jinja, HTMX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72D7C-36D7-4C4D-8C68-8D189D5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98964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and read-only console stay in one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0F090-A67F-426A-B02F-416B13F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98964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less client interactivity than a SPA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365AF-1A0D-4C05-A0C8-ABB21E1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79321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LangGraph and LangChain Ollama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13926-B092-497D-81ED-6773748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9321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explicit workflow steps and local structured model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D2C9-9088-4E99-AC2B-A5C28D5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79321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ceremony than a direct LLM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31C6A-F1E9-45B5-91EE-582BF97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59679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PostgreSQL, SQLAlchemy, Alembic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DDC6E-1F20-4C12-9BCD-D8EC536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59679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 durable store for app data, queue, audit, checkpoints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0465-A3FF-4202-AC73-E43ADA6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59679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heavier than SQLite for local-only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BE0B5-46A9-4278-9263-2E057D3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0036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Procrastinate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2C8F9-E01A-4AFD-BBEE-D022532B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40036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durable jobs, locks, retries, periodic tasks in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F53E8-ABC5-4CEB-ACBC-B794CCE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40036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ties queue scaling to Postgres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F0790-19E3-4898-8927-8E2E4E8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320393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F2355-EB28-41D7-9827-CA0A787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320393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image, isolated workers, named volumes, restart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F0E21-4607-434E-9B76-0FE23A1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320393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built for multi-host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51A37-EED2-40FF-96C7-21D0A97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15273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2DF30-B88F-4CCE-984D-D60FF6E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and security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3C576-6218-4B4B-9A35-B110C833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architecture limits where the model can influence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B6E2-32F6-4B25-893D-9A32683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4A86C-C002-4B36-9167-22AC1CA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849E-A242-4338-9654-74EFD9A0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 calls go through LLMGateway. Responses must match Pydantic schemas and may get one repair attempt.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56EE-3124-40FD-8C43-90CED131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D56AA-8202-44EE-B4ED-3A9DA7F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6C061-532F-4221-86DE-DC8C714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Least privilege connectors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09623-13E5-4D61-9C45-BFAD500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Notion, Discord, and finance adapters expose narrow operations, not generic request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50F0E-F35D-4C2D-8A71-1C40A70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BE3E-C067-4A99-BB34-9A38790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75AE1-3AB1-4326-9BE8-B8FD5EA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Secrets and display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1A5E0-3D48-45E3-A070-6FF3E88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SecretStr settings, redacted diagnostics, escaped templates, and strict browser security headers.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082B-DDA6-4E64-BAB2-CCA401B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7C8CA-D2DF-4D0B-B89C-7D896AB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9906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011E8-8709-4A17-9FB4-9F9116A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57675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3D91B-70B1-4ACC-8E91-A19A3229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00575"/>
            <a:ext cx="963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interesting design choice is that deterministic code owns validation and side effects. The model proposes structured analysis, but the application decides whether the proposal can become a database row or outbound message.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2EFC5-8CDA-44E9-B6C8-03E394E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EEFEE-BDA6-4C2D-9C19-1B2F0C1B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7120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2F66A-14F9-4A83-9A44-FB32EDF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Technical interview narrative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4A17-7FED-424E-89B1-138FF55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concise way to explain LifeAgent without underselling the engineering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8C0B6-2162-4915-85E9-E0084972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6F9A6-B452-4E78-BECD-CECB1C6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23825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an intern can give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2D24E-9087-475A-A9F3-363B241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468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is the architecture?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7CD8C-2E0D-4557-93E2-5778947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4468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local-first FastAPI application with Dockerized workers, PostgreSQL durability, and native Ollama inference on the Mac host.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5745D-EBF1-4007-B2B0-6D1E4AF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1125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Why separate workers?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64E30-ACC5-42C5-8762-19FE05B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51125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Fault isolation and independent schedules. They share code and schema, but each listens to its own queue.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06004-E5A0-49C4-811C-0EE83CCB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7563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Where does AI fit?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D9188-78C1-403B-A88B-147BDCB4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57563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handles constrained analysis and critique. It never gets shell, database, or broad connector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2C9A-2478-487A-8AA9-A8C4E3B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400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do you avoid duplicate side effects?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34599-B0EA-43CA-AE62-1F5CA43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6400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app writes delivery intents with idempotency keys and provider nonces before sending.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0F600-F8A2-4AA7-814F-3ABFC61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043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would you improve next?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7E39A-CAF9-47F6-8D12-4F9FD80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043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Semantic retrieval for academic documents, but only after real usage shows full-text search misses paraphrased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290BD-6EDB-4356-991D-E6051EE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Bottom line: LifeAgent is designed as a reliable local orchestration system, not a set of unconstrained chatbots.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C0C7A-EEAF-4DBA-9707-05DA9716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1130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2026-09-05T05:21:54.2900000Z</dcterms:created>
  <dcterms:modified xsi:type="dcterms:W3CDTF">2026-09-05T05:21:54.2900000Z</dcterms:modified>
</coreProperties>
</file>